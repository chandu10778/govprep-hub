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7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AI-Powered Learning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C8C8C8"/>
                </a:solidFill>
              </a:defRPr>
            </a:pPr>
            <a:r>
              <a:t>Intelligent Tutoring System for Student Success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Faculty of Science &amp; Technology</a:t>
            </a:r>
            <a:br/>
            <a:r>
              <a:t>IcfaiTech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</a:defRPr>
            </a:pPr>
            <a:r>
              <a:t>Date: 20/04/2026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82"/>
          </a:solidFill>
          <a:ln>
            <a:solidFill>
              <a:srgbClr val="193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800"/>
              </a:spcAft>
              <a:defRPr sz="1800" b="1">
                <a:solidFill>
                  <a:srgbClr val="C00000"/>
                </a:solidFill>
              </a:defRPr>
            </a:pPr>
            <a:r>
              <a:t>Problem Statement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Traditional education systems lack personalization and adaptive learning mechanisms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Students struggle with information overload and unstructured learning resources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Limited 24/7 access to expert guidance and tutoring support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Difficulty in tracking progress and maintaining consistent learning engagement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No real-time feedback mechanism for performance improvement</a:t>
            </a:r>
          </a:p>
          <a:p>
            <a:pPr>
              <a:spcAft>
                <a:spcPts val="600"/>
              </a:spcAft>
            </a:pPr>
          </a:p>
          <a:p>
            <a:pPr>
              <a:spcBef>
                <a:spcPts val="1200"/>
              </a:spcBef>
              <a:spcAft>
                <a:spcPts val="800"/>
              </a:spcAft>
              <a:defRPr sz="1800" b="1">
                <a:solidFill>
                  <a:srgbClr val="C00000"/>
                </a:solidFill>
              </a:defRPr>
            </a:pPr>
            <a:r>
              <a:t>Project Objectives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Develop an intelligent platform that provides personalized AI-powered tutoring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Create comprehensive, well-organized study material repository across multiple subjects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Implement real-time chatbot assistance using advanced AI (Groq API)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Build task and assignment management system with deadline tracking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Design gamification features (streak system) to enhance user engagement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Enable data-driven insights into student progress and learning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646464"/>
                </a:solidFill>
              </a:defRPr>
            </a:pPr>
            <a:r>
              <a:t>Department of Computer Science and Engineering | IcfaiTech Faculty of Science &amp; Technology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82"/>
          </a:solidFill>
          <a:ln>
            <a:solidFill>
              <a:srgbClr val="193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System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800"/>
              </a:spcAft>
              <a:defRPr sz="1800" b="1">
                <a:solidFill>
                  <a:srgbClr val="C00000"/>
                </a:solidFill>
              </a:defRPr>
            </a:pPr>
            <a:r>
              <a:t>System Architecture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Frontend: React.js with responsive UI using Tailwind CSS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Backend: Flask REST API for server-side logic and data management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Database: SQLAlchemy ORM with relational database design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AI Integration: Groq API for advanced language model capabilities</a:t>
            </a:r>
          </a:p>
          <a:p>
            <a:pPr>
              <a:spcAft>
                <a:spcPts val="600"/>
              </a:spcAft>
            </a:pPr>
          </a:p>
          <a:p>
            <a:pPr>
              <a:spcBef>
                <a:spcPts val="1200"/>
              </a:spcBef>
              <a:spcAft>
                <a:spcPts val="800"/>
              </a:spcAft>
              <a:defRPr sz="1800" b="1">
                <a:solidFill>
                  <a:srgbClr val="C00000"/>
                </a:solidFill>
              </a:defRPr>
            </a:pPr>
            <a:r>
              <a:t>Key Components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User Authentication &amp; Profile Management Module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AI Chatbot Engine with context-aware conversations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Study Materials Repository with categorization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Task Management &amp; Progress Tracking System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Gamification Engine (Streaks &amp; Achievements)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646464"/>
                </a:solidFill>
              </a:defRPr>
            </a:pPr>
            <a:r>
              <a:t>Department of Computer Science and Engineering | IcfaiTech Faculty of Science &amp; Technology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82"/>
          </a:solidFill>
          <a:ln>
            <a:solidFill>
              <a:srgbClr val="193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Features &amp; Functionalities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800"/>
              </a:spcAft>
              <a:defRPr sz="1800" b="1">
                <a:solidFill>
                  <a:srgbClr val="C00000"/>
                </a:solidFill>
              </a:defRPr>
            </a:pPr>
            <a:r>
              <a:t>Core Features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Real-time AI Chatbot: Context-aware tutoring with subject expertise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Study Materials: Curated resources organized by topics and difficulty levels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Dashboard Analytics: Visual progress tracking and performance metrics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Task Management: Create, assign, and track assignments with deadlines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Streak System: Daily engagement counter to promote consistent learning</a:t>
            </a:r>
          </a:p>
          <a:p>
            <a:pPr>
              <a:spcAft>
                <a:spcPts val="600"/>
              </a:spcAft>
            </a:pPr>
          </a:p>
          <a:p>
            <a:pPr>
              <a:spcBef>
                <a:spcPts val="1200"/>
              </a:spcBef>
              <a:spcAft>
                <a:spcPts val="800"/>
              </a:spcAft>
              <a:defRPr sz="1800" b="1">
                <a:solidFill>
                  <a:srgbClr val="C00000"/>
                </a:solidFill>
              </a:defRPr>
            </a:pPr>
            <a:r>
              <a:t>Additional Features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Previous Year Questions (PYQ) section for exam preparation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Current Affairs Integration for real-world context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User Profile Customization and Learning Preferences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Mobile-responsive design for accessibility across devices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646464"/>
                </a:solidFill>
              </a:defRPr>
            </a:pPr>
            <a:r>
              <a:t>Department of Computer Science and Engineering | IcfaiTech Faculty of Science &amp; Technology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82"/>
          </a:solidFill>
          <a:ln>
            <a:solidFill>
              <a:srgbClr val="193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800"/>
              </a:spcAft>
              <a:defRPr sz="1800" b="1">
                <a:solidFill>
                  <a:srgbClr val="C00000"/>
                </a:solidFill>
              </a:defRPr>
            </a:pPr>
            <a:r>
              <a:t>Frontend Technologies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React.js - UI library for interactive components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React Router - Client-side routing and navigation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Tailwind CSS - Utility-first CSS framework for styling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Lucide Icons - Modern SVG icon library</a:t>
            </a:r>
          </a:p>
          <a:p>
            <a:pPr>
              <a:spcAft>
                <a:spcPts val="600"/>
              </a:spcAft>
            </a:pPr>
          </a:p>
          <a:p>
            <a:pPr>
              <a:spcBef>
                <a:spcPts val="1200"/>
              </a:spcBef>
              <a:spcAft>
                <a:spcPts val="800"/>
              </a:spcAft>
              <a:defRPr sz="1800" b="1">
                <a:solidFill>
                  <a:srgbClr val="C00000"/>
                </a:solidFill>
              </a:defRPr>
            </a:pPr>
            <a:r>
              <a:t>Backend Technologies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Python Flask - Lightweight web framework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SQLAlchemy - ORM for database operations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Flask-CORS - Cross-Origin Resource Sharing support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Groq API - Large Language Model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646464"/>
                </a:solidFill>
              </a:defRPr>
            </a:pPr>
            <a:r>
              <a:t>Department of Computer Science and Engineering | IcfaiTech Faculty of Science &amp; Technology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82"/>
          </a:solidFill>
          <a:ln>
            <a:solidFill>
              <a:srgbClr val="193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Implementation &amp;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800"/>
              </a:spcAft>
              <a:defRPr sz="1800" b="1">
                <a:solidFill>
                  <a:srgbClr val="C00000"/>
                </a:solidFill>
              </a:defRPr>
            </a:pPr>
            <a:r>
              <a:t>Development Methodology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Modular architecture with separated concerns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RESTful API design for frontend-backend communication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Database normalization for data integrity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Version control using Git for collaborative development</a:t>
            </a:r>
          </a:p>
          <a:p>
            <a:pPr>
              <a:spcAft>
                <a:spcPts val="600"/>
              </a:spcAft>
            </a:pPr>
          </a:p>
          <a:p>
            <a:pPr>
              <a:spcBef>
                <a:spcPts val="1200"/>
              </a:spcBef>
              <a:spcAft>
                <a:spcPts val="800"/>
              </a:spcAft>
              <a:defRPr sz="1800" b="1">
                <a:solidFill>
                  <a:srgbClr val="C00000"/>
                </a:solidFill>
              </a:defRPr>
            </a:pPr>
            <a:r>
              <a:t>Deployment Strategy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Environment-based configuration management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Database schema migration tools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Seed scripts for initial data population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Error handling and logging mechanisms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API endpoint validation and authentication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646464"/>
                </a:solidFill>
              </a:defRPr>
            </a:pPr>
            <a:r>
              <a:t>Department of Computer Science and Engineering | IcfaiTech Faculty of Science &amp; Technology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82"/>
          </a:solidFill>
          <a:ln>
            <a:solidFill>
              <a:srgbClr val="193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Benefits &amp;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800"/>
              </a:spcAft>
              <a:defRPr sz="1800" b="1">
                <a:solidFill>
                  <a:srgbClr val="C00000"/>
                </a:solidFill>
              </a:defRPr>
            </a:pPr>
            <a:r>
              <a:t>Student Benefits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Personalized learning experience tailored to individual needs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24/7 access to AI tutoring without geographic limitations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Improved engagement through gamification (streak system)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Better organization with comprehensive task management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Enhanced performance through real-time feedback</a:t>
            </a:r>
          </a:p>
          <a:p>
            <a:pPr>
              <a:spcAft>
                <a:spcPts val="600"/>
              </a:spcAft>
            </a:pPr>
          </a:p>
          <a:p>
            <a:pPr>
              <a:spcBef>
                <a:spcPts val="1200"/>
              </a:spcBef>
              <a:spcAft>
                <a:spcPts val="800"/>
              </a:spcAft>
              <a:defRPr sz="1800" b="1">
                <a:solidFill>
                  <a:srgbClr val="C00000"/>
                </a:solidFill>
              </a:defRPr>
            </a:pPr>
            <a:r>
              <a:t>Institutional Benefits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Improved student retention and satisfaction rates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Data-driven insights into learning patterns and outcomes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Modern technological infrastructure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Scalable solution for multiple cohorts and courses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646464"/>
                </a:solidFill>
              </a:defRPr>
            </a:pPr>
            <a:r>
              <a:t>Department of Computer Science and Engineering | IcfaiTech Faculty of Science &amp; Technology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82"/>
          </a:solidFill>
          <a:ln>
            <a:solidFill>
              <a:srgbClr val="193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Future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800"/>
              </a:spcAft>
              <a:defRPr sz="1800" b="1">
                <a:solidFill>
                  <a:srgbClr val="C00000"/>
                </a:solidFill>
              </a:defRPr>
            </a:pPr>
            <a:r>
              <a:t>Phase 2 Enhancements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Mobile Application Development (iOS/Android)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Advanced Analytics Dashboard with predictive insights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Multi-language support for broader accessibility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Peer-to-peer learning and collaboration features</a:t>
            </a:r>
          </a:p>
          <a:p>
            <a:pPr>
              <a:spcAft>
                <a:spcPts val="600"/>
              </a:spcAft>
            </a:pPr>
          </a:p>
          <a:p>
            <a:pPr>
              <a:spcBef>
                <a:spcPts val="1200"/>
              </a:spcBef>
              <a:spcAft>
                <a:spcPts val="800"/>
              </a:spcAft>
              <a:defRPr sz="1800" b="1">
                <a:solidFill>
                  <a:srgbClr val="C00000"/>
                </a:solidFill>
              </a:defRPr>
            </a:pPr>
            <a:r>
              <a:t>Long-term Vision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Integration with institutional Learning Management Systems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Advanced adaptive learning algorithms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Video content integration and interactive labs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Blockchain-based credential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646464"/>
                </a:solidFill>
              </a:defRPr>
            </a:pPr>
            <a:r>
              <a:t>Department of Computer Science and Engineering | IcfaiTech Faculty of Science &amp; Technology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7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0"/>
              </a:spcAft>
              <a:defRPr sz="4200" b="1">
                <a:solidFill>
                  <a:srgbClr val="FFFFFF"/>
                </a:solidFill>
              </a:defRPr>
            </a:pPr>
            <a:r>
              <a:t>Transforming Education Through</a:t>
            </a:r>
            <a:br/>
            <a:r>
              <a:t>AI-Powered Intelligent Learning</a:t>
            </a:r>
          </a:p>
          <a:p>
            <a:pPr algn="ctr">
              <a:defRPr sz="1600">
                <a:solidFill>
                  <a:srgbClr val="C8C8C8"/>
                </a:solidFill>
              </a:defRPr>
            </a:pPr>
            <a:r>
              <a:t>Building a platform that empowers students, engages learners,</a:t>
            </a:r>
            <a:br/>
            <a:r>
              <a:t>and transforms educational outcomes through technology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