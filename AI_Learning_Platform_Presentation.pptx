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8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AI-Powered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Revolutionizing Education Through Intelligent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🎯 Traditional learning lacks personalization and engagement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📚 Students struggle with diverse learning materials and topics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🤖 Limited access to intelligent tutoring and real-time assistance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📊 Difficulty tracking progress and maintaining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✨ Intelligent AI-powered chatbot providing personalized learning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📖 Comprehensive study materials with interactive content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✅ Task management and assignment tracking 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🔥 Streak system to motivate consistent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🌐 Modern, user-friendly web application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AI Chatbot Assistant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Smart Study Materials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Interactive Dashboard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User Profiles &amp;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Task Management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Previous Year Questions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Current Affairs Section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Performance Streaks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🖥️ Frontend: React.js with Tailwind CSS for responsive UI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⚙️ Backend: Flask Python with REST API architecture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🗄️ Database: SQLAlchemy ORM for data management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🧠 AI Integration: Groq API for advanced language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User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Dashboard Overview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Browse Study Materials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Access Chatbot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Manage Tasks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Track Progress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View Streaks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Update Profile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Frontend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React.js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React Router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Tailwind CSS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Lucide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Backend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Flask Framework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SQLAlchemy ORM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Flask-CORS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Groq AI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AI Chatbot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💬 Real-time conversational learning assistance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🎓 Subject-specific tutoring and explanations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📝 Problem-solving guidance and example solutions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🔄 Multi-turn conversation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⚡ Powered by Groq's fast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Study Materials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📚 Curated learning resources and content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🏷️ Organized by subjects and topics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📈 Comprehensive coverage of exam materials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🔗 Integrated with chatbot for deeper learning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✏️ Easy navigation and search functionality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Task Management &amp;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✅ Create and track assignments and tasks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📅 Deadline management and reminders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🎯 Subject-based task organization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🏆 Streak counter for motivation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📊 Visual progress tracking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For Students: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Personalized learning experience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24/7 AI tutoring access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Better organization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Increased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For Institutions: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Student retention improvement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Better learning outcomes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Modern tech infrastructure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</a:defRPr>
            </a:pPr>
            <a:r>
              <a:t>• • Data-driven insights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37160"/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🚀 Mobile app development (iOS/Android)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📊 Advanced analytics and reporting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🌍 Multi-language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🤝 Peer-to-peer learning features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200">
                <a:solidFill>
                  <a:srgbClr val="1F2937"/>
                </a:solidFill>
              </a:defRPr>
            </a:pPr>
            <a:r>
              <a:t>🎮 Gamification elements and achievements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Transform Learning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Join us in revolutionizing education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